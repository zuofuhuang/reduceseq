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9"/>
  </p:normalViewPr>
  <p:slideViewPr>
    <p:cSldViewPr snapToGrid="0">
      <p:cViewPr varScale="1">
        <p:scale>
          <a:sx n="90" d="100"/>
          <a:sy n="90" d="100"/>
        </p:scale>
        <p:origin x="2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5E44-96B7-F310-BEF0-049211777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1AE87-4592-A515-3A2D-E27684330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2865E-519B-88B7-3CF8-8D684101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8E77A-C183-2BAF-B04E-2A3A606F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DEAF2-FFF9-FB17-25FC-0F0EDDB8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2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D2BB-BB43-4FE2-8FEA-EC9A02B83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1623-A2AD-0B17-2170-0BD602424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4644E-6941-CCB9-8AC6-19E53582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5F64-CD3F-E6B8-DEB8-34D5BE6D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30F2B-B582-66D9-2BFF-500BF187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2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DCB4-B195-80AD-F94F-BBA2C50D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3ED27-9CFF-AE2A-051C-DD5029FCE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4C879-16C0-EEDD-46C1-BF58DD20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45B34-491B-E639-F0A8-38659F59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D5168-33EE-BBAF-CC8D-804FFE52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3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67FC-4143-C5C3-3D95-6B12CD11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0FED-7A83-4215-4B62-687C001F0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2507D-916B-914C-C618-D69A570D0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39745-8677-E695-C33D-BA657E14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D08F2-98C6-946B-CAC6-A254A1A9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26CD3-48AF-1458-BBD3-928B908A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47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56A7-7EF0-8286-AA7C-E1BD572B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2EA9F-5438-0DC3-409D-E7E4E148F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F9F75-EFE2-40FB-9E70-6C5759F19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F09E-7CBD-C242-4B54-EA87752BA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C28BB-6BDB-A3BD-2CA7-3E92229A2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04863-09D5-0968-E37F-95EAA6C4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4070F-20AA-A1BD-F8FC-85A546EA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7CD9E-76EE-9308-E9EB-0297969F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5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E2B2-5C23-BE94-6F2B-0DE53BEE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8240A-3E7B-254B-FF2D-6340E023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9894F-6B24-28FA-ADC3-71AD7D4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06C4A-692E-EC95-0084-FFE19EAA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7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37B625-6F54-7229-D5B2-D164A972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A8984-4AD9-BE8E-175E-E8DA8D78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58F40-DE97-737B-4666-5AA0C53B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49CA-E882-4ABD-CB2F-2A5F75AD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2D45-A501-9B91-4D8F-054F6FFFB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D9330-62F9-AAC4-2D20-3EC797461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1AF-CF5B-149D-ED1A-B8EB99D0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46FDC-A2C5-53E5-313B-7EF504F2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E3A13-18D0-7152-EE9B-99DBF94C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5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2C1D9-F8F0-ADE3-3CA7-02EFA635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00835-0A3B-4361-57BC-D9044F904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BF56B-75C5-E360-882D-99308E675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B688F-7B81-5FFE-21FF-17D54B39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ED028-C268-8D62-955F-3EAD1C3C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3BF67-AC0E-C628-FE90-477CD0B2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F09F-5248-F269-26C2-163BF30B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5CC44-3525-79ED-E11F-9DD93FFB7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A614-E004-1472-9978-E6C2EBD9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19691-0BAD-95DE-36CC-233FECFF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3801-66B7-530C-A825-08A49014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3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93A2F-805E-33DE-68FB-EBFEA9A52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79E98-801B-8035-9248-E098A6D63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29E66-4C24-193B-6DAB-004BB9A8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1620-68F3-1DB2-0E79-58FD22BB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FE85F-5E83-31CE-D178-F267B2DA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0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DF6BA3-D80A-8F68-B4F8-3FCB1518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EC983-52CC-36B8-E884-A1BA43C89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9E1FA-7B35-35F2-A8EF-3F0717713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F06CC-1D5A-F74D-B886-19CC4CA029BA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4AE94-0098-A085-EB53-84F5F2567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67559-A92F-19E0-1AD5-9B432FF21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57364-7A41-F745-B334-2782682EB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7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B86F3A0-056F-0733-947F-424866CDF632}"/>
              </a:ext>
            </a:extLst>
          </p:cNvPr>
          <p:cNvGrpSpPr/>
          <p:nvPr/>
        </p:nvGrpSpPr>
        <p:grpSpPr>
          <a:xfrm>
            <a:off x="1" y="1413172"/>
            <a:ext cx="6300788" cy="3512723"/>
            <a:chOff x="2319971" y="1289605"/>
            <a:chExt cx="7046279" cy="3752295"/>
          </a:xfrm>
        </p:grpSpPr>
        <p:pic>
          <p:nvPicPr>
            <p:cNvPr id="5" name="Picture 4" descr="A number grid with numbers&#10;&#10;Description automatically generated with medium confidence">
              <a:extLst>
                <a:ext uri="{FF2B5EF4-FFF2-40B4-BE49-F238E27FC236}">
                  <a16:creationId xmlns:a16="http://schemas.microsoft.com/office/drawing/2014/main" id="{9DCFB22E-4883-7608-16D8-2C129A803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5750" y="1816100"/>
              <a:ext cx="6540500" cy="32258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1AB55E-B2CC-830D-EE3F-3ABD4136E5D0}"/>
                </a:ext>
              </a:extLst>
            </p:cNvPr>
            <p:cNvSpPr txBox="1"/>
            <p:nvPr/>
          </p:nvSpPr>
          <p:spPr>
            <a:xfrm>
              <a:off x="5185718" y="1289605"/>
              <a:ext cx="1820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True</a:t>
              </a:r>
              <a:r>
                <a:rPr lang="zh-CN" altLang="en-US" dirty="0"/>
                <a:t> </a:t>
              </a:r>
              <a:r>
                <a:rPr lang="en-US" altLang="zh-CN" dirty="0"/>
                <a:t>assignment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9954FC-FD34-DE28-E9B4-C23039AA2786}"/>
                </a:ext>
              </a:extLst>
            </p:cNvPr>
            <p:cNvSpPr txBox="1"/>
            <p:nvPr/>
          </p:nvSpPr>
          <p:spPr>
            <a:xfrm rot="16200000">
              <a:off x="1328738" y="3244334"/>
              <a:ext cx="2351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Predicted</a:t>
              </a:r>
              <a:r>
                <a:rPr lang="zh-CN" altLang="en-US" dirty="0"/>
                <a:t> </a:t>
              </a:r>
              <a:r>
                <a:rPr lang="en-US" altLang="zh-CN" dirty="0"/>
                <a:t>assignment</a:t>
              </a:r>
              <a:endParaRPr lang="en-US" dirty="0"/>
            </a:p>
          </p:txBody>
        </p:sp>
      </p:grpSp>
      <p:pic>
        <p:nvPicPr>
          <p:cNvPr id="10" name="Picture 9" descr="A graph with a line&#10;&#10;Description automatically generated">
            <a:extLst>
              <a:ext uri="{FF2B5EF4-FFF2-40B4-BE49-F238E27FC236}">
                <a16:creationId xmlns:a16="http://schemas.microsoft.com/office/drawing/2014/main" id="{15AF0D00-7A2B-45ED-A815-B25C1F4A4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044" y="1659611"/>
            <a:ext cx="5679956" cy="351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Zuofu Huang</dc:creator>
  <cp:lastModifiedBy>Zuofu Huang</cp:lastModifiedBy>
  <cp:revision>2</cp:revision>
  <dcterms:created xsi:type="dcterms:W3CDTF">2024-09-22T22:01:04Z</dcterms:created>
  <dcterms:modified xsi:type="dcterms:W3CDTF">2024-09-22T22:06:37Z</dcterms:modified>
</cp:coreProperties>
</file>